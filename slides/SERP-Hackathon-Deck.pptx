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Slide 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---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marp: true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theme: default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paginate: true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size: 16:9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Smart Emergency Routing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CSULA Hackathon 2026 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Team: WatsonCSULAHack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Emergency routing is fragmented across EMS, hospitals, and insurers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Nearest-hospital routing can increase wait and patient cost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No shared decision layer for clinical + financial optimization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Smart Emergency Routing Platform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A real-time decision engine that selects: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1. Best ambulance (ETA + cost + capability)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2. Best hospital (clinical fit + capacity + wait + coverage)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Inputs We Normalize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Patient condition, acuity, location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Ambulance availability, ETA, transport cost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Hospital specialty/capacity/wait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Insurance eligibility, accepted plan, pricing constraints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Decision Engine (CareRoute)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Weighted score (MVP):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Clinical fit: 40%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Speed (ETA + wait): 30%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Cost: 20%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Insurance compatibility: 10%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Output: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Recommended ambulance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Recommended hospital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Explanation + tradeoff summary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Architecture (Hackathon MVP)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Frontend: scenario-driven web demo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Backend: routing/scoring API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Orchestration: watsonx digital employees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Data: simulated fixtures for ambulance, hospital, insurance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Agent Team (watsonx)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serp_orchestrator_agent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serp_insurance_verification_agent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serp_patient_intake_triage_agent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serp_ambulance_dispatch_optimizer_agent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serp_hospital_match_agent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serp_cost_risk_agent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serp_presentation_agent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Demo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1. Verify insurance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2. Capture patient profile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3. Rank ambulance candidates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4. Rank hospital candidates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5. Produce final recommendation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6. Dispatch-ready route payload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Mock UI Walkthrough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1. Select scenario (stroke/trauma/low-acuity)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2. Show verified coverage status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3. Show ambulance leaderboard (ETA/cost)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4. Show hospital leaderboard (fit/wait/coverage)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5. Show selected route and rationale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Faster pickup and arrival to appropriate care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Lower avoidable patient cost exposure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Better cross-stakeholder coordination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Transparent and explainable routing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Live EMS/hospital feed integration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Compliance + audit trails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Regional surge/disaster mode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Model tuning using real dispatch outcomes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2FE"/>
                </a:solidFill>
              </a:rPr>
              <a:t>Ask /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Continue pilot with partner datasets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Validate with emergency operations stakeholders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- Expand from simulation to live integrations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SERP Hackathon Deck</dc:title>
  <dc:subject>PptxGenJS Presentation</dc:subject>
  <dc:creator>OpenClaw</dc:creator>
  <cp:lastModifiedBy>OpenClaw</cp:lastModifiedBy>
  <cp:revision>1</cp:revision>
  <dcterms:created xsi:type="dcterms:W3CDTF">2026-03-17T05:40:03Z</dcterms:created>
  <dcterms:modified xsi:type="dcterms:W3CDTF">2026-03-17T05:40:03Z</dcterms:modified>
</cp:coreProperties>
</file>