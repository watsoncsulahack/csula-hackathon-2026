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Slide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</a:rPr>
              <a:t>Smart Emergency Routing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</a:rPr>
              <a:t>Right ambulance. Right hospital. Right now.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Mock UI render storyboard generated from Orchestrate coordination output (Round 2).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</a:rPr>
              <a:t>Incident Capture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</a:rPr>
              <a:t>Multi-modal intake: phone, SMS, IoT, app. Live transcript + confidence.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Mock UI render storyboard generated from Orchestrate coordination output (Round 2).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</a:rPr>
              <a:t>AI-Driven Triage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</a:rPr>
              <a:t>Severity/type classification with confidence gauge and action options.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Mock UI render storyboard generated from Orchestrate coordination output (Round 2).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</a:rPr>
              <a:t>Resource Availability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</a:rPr>
              <a:t>Live inventory of ambulances and hospitals with status + ETA.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Mock UI render storyboard generated from Orchestrate coordination output (Round 2).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</a:rPr>
              <a:t>Optimization Engine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</a:rPr>
              <a:t>Best response bundle selected under ETA/cost/capability constraints.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Mock UI render storyboard generated from Orchestrate coordination output (Round 2).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</a:rPr>
              <a:t>Dispatch Console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</a:rPr>
              <a:t>Human-in-the-loop review, approve/override, full audit log.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Mock UI render storyboard generated from Orchestrate coordination output (Round 2).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Slide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</a:rPr>
              <a:t>Live Tracking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</a:rPr>
              <a:t>Real-time responder map, ETA updates, and incident progression.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Mock UI render storyboard generated from Orchestrate coordination output (Round 2).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Slide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</a:rPr>
              <a:t>Post-Event Analytics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</a:rPr>
              <a:t>Response metrics, heatmaps, and AI-generated learning summary.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Mock UI render storyboard generated from Orchestrate coordination output (Round 2).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Slide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</a:rPr>
              <a:t>Security &amp; Compliance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</a:rPr>
              <a:t>RBAC, encryption, auditability, and policy compliance.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Mock UI render storyboard generated from Orchestrate coordination output (Round 2).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Slide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</a:rPr>
              <a:t>Next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</a:rPr>
              <a:t>Pilot rollout, integration points, and execution roadmap.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Mock UI render storyboard generated from Orchestrate coordination output (Round 2).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 Mock UI Storyboard</dc:title>
  <dc:subject>Smart Emergency Routing storyboard</dc:subject>
  <dc:creator>OpenClaw + watsonx Orchestrate</dc:creator>
  <cp:lastModifiedBy>OpenClaw + watsonx Orchestrate</cp:lastModifiedBy>
  <cp:revision>1</cp:revision>
  <dcterms:created xsi:type="dcterms:W3CDTF">2026-03-17T03:19:32Z</dcterms:created>
  <dcterms:modified xsi:type="dcterms:W3CDTF">2026-03-17T03:19:32Z</dcterms:modified>
</cp:coreProperties>
</file>